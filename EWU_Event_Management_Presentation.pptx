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EWU Event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ICE305/CSE302: Database Systems</a:t>
            </a:r>
          </a:p>
          <a:p>
            <a:r>
              <a:t>Fall 25</a:t>
            </a:r>
          </a:p>
          <a:p>
            <a:r>
              <a:t>Group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Web-based system to manage EWU events.</a:t>
            </a:r>
          </a:p>
          <a:p>
            <a:r>
              <a:t>Automates booking, venues, payments, logistics.</a:t>
            </a:r>
          </a:p>
          <a:p>
            <a:r>
              <a:t>Built using PHP &amp; MySQL.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 Functions</a:t>
            </a:r>
          </a:p>
          <a:p>
            <a:r>
              <a:t>Customer Functions</a:t>
            </a:r>
          </a:p>
          <a:p>
            <a:r>
              <a:t>System-Level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 management</a:t>
            </a:r>
          </a:p>
          <a:p>
            <a:r>
              <a:t>Venue &amp; meal management</a:t>
            </a:r>
          </a:p>
          <a:p>
            <a:r>
              <a:t>Financial reports</a:t>
            </a:r>
          </a:p>
          <a:p>
            <a:r>
              <a:t>Logistics &amp; sponsor 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registration</a:t>
            </a:r>
          </a:p>
          <a:p>
            <a:r>
              <a:t>Event booking</a:t>
            </a:r>
          </a:p>
          <a:p>
            <a:r>
              <a:t>Payment system</a:t>
            </a:r>
          </a:p>
          <a:p>
            <a:r>
              <a:t>Feedback &amp; ratings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 Model</a:t>
            </a:r>
          </a:p>
          <a:p>
            <a:r>
              <a:t>Relational Schema</a:t>
            </a:r>
          </a:p>
          <a:p>
            <a:r>
              <a:t>Primary &amp; Foreign Keys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PHP</a:t>
            </a:r>
          </a:p>
          <a:p>
            <a:r>
              <a:t>MySQL</a:t>
            </a:r>
          </a:p>
          <a:p>
            <a:r>
              <a:t>XAMPP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Administrator</a:t>
            </a:r>
          </a:p>
          <a:p>
            <a:r>
              <a:t>Customer (Students)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Efficient, secure event management system</a:t>
            </a:r>
          </a:p>
          <a:p>
            <a:r>
              <a:t>Practical database application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